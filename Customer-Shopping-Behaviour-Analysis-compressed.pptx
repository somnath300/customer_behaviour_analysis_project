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yne Extra Bold"/>
      <p:regular r:id="rId17"/>
    </p:embeddedFont>
    <p:embeddedFont>
      <p:font typeface="Syne"/>
      <p:regular r:id="rId18"/>
    </p:embeddedFont>
    <p:embeddedFont>
      <p:font typeface="Syne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jp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jp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jp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jp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jp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jp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jp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64199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Customer Shopping Behaviour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3394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Uncovering insights from 3,900 transactions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260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07143"/>
            <a:ext cx="33872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Dataset Scope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388287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3,900 purchases across various product categories with 18 key features including demographics, purchase details, and shopping behaviour.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807143"/>
            <a:ext cx="34543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Strategic Goals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4388287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Uncover spending patterns, customer segments, product preferences, and subscription behaviour to inform business strategy.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122449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Data Preparation in Python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30595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Imported dataset using pandas for analysis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38816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Used df.info() and describe() to understand data structure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2383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Handled 37 missing values in Review Rating using median by category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45223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Created age_group and purchase_frequency_days columns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48156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Loaded cleaned data into PostgreSQL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407" y="721162"/>
            <a:ext cx="7581186" cy="1395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SQL Analysis: Revenue Insights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781407" y="2557820"/>
            <a:ext cx="3653195" cy="736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3,900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781407" y="3570923"/>
            <a:ext cx="3653195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Total Transactions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81407" y="4400431"/>
            <a:ext cx="36531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Complete purchase dataset analyzed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709279" y="2557820"/>
            <a:ext cx="3653314" cy="736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18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4924901" y="3570923"/>
            <a:ext cx="3222069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Data Columns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709279" y="4051578"/>
            <a:ext cx="36533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Key features from demographics to behaviour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2745343" y="5660231"/>
            <a:ext cx="3653195" cy="736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37</a:t>
            </a:r>
            <a:endParaRPr lang="en-US" sz="5800" dirty="0"/>
          </a:p>
        </p:txBody>
      </p:sp>
      <p:sp>
        <p:nvSpPr>
          <p:cNvPr id="11" name="Text 8"/>
          <p:cNvSpPr/>
          <p:nvPr/>
        </p:nvSpPr>
        <p:spPr>
          <a:xfrm>
            <a:off x="2955846" y="6673334"/>
            <a:ext cx="323207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Missing Values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2745343" y="7153989"/>
            <a:ext cx="36531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Handled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55796"/>
            <a:ext cx="13078658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Gender-Based Revenue Analysis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993" y="1759267"/>
            <a:ext cx="8418076" cy="56120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5608" y="3224927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Key Finding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625608" y="3720465"/>
            <a:ext cx="4305300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Revenue distribution analysis by gender revealed spending patterns across product categories.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625608" y="4511397"/>
            <a:ext cx="323040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Strategic Insight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625608" y="5006935"/>
            <a:ext cx="4305300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Understanding gender-based preferences helps tailor marketing campaigns and product positioning.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5425" y="684848"/>
            <a:ext cx="7605951" cy="205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Discount &amp; High-Spending Analysis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255425" y="3063954"/>
            <a:ext cx="3696533" cy="2996446"/>
          </a:xfrm>
          <a:prstGeom prst="roundRect">
            <a:avLst>
              <a:gd name="adj" fmla="val 308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82715" y="3291245"/>
            <a:ext cx="3241953" cy="102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High-Spending Discount Users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482715" y="4448651"/>
            <a:ext cx="3241953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Identified customers who frequently use discounts for premium purchases, revealing discount dependency patterns.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164723" y="3063954"/>
            <a:ext cx="3696653" cy="2996446"/>
          </a:xfrm>
          <a:prstGeom prst="roundRect">
            <a:avLst>
              <a:gd name="adj" fmla="val 308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92013" y="3291245"/>
            <a:ext cx="3242072" cy="102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Discount-Dependent Products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392013" y="4448651"/>
            <a:ext cx="3242072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Product categories showing strong correlation with discount usage, indicating price sensitivity.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55425" y="6273165"/>
            <a:ext cx="7605951" cy="1271588"/>
          </a:xfrm>
          <a:prstGeom prst="roundRect">
            <a:avLst>
              <a:gd name="adj" fmla="val 7258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2715" y="6500455"/>
            <a:ext cx="361878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Revenue Impact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482715" y="6971348"/>
            <a:ext cx="715137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Analysis balanced sales boosts against margin control considerations.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03634"/>
            <a:ext cx="1077872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Product Performance Insights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79183" y="3754160"/>
            <a:ext cx="420266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Top Products by Rating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079183" y="4180523"/>
            <a:ext cx="7952303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Identified highest-rated products across all categories, highlighting quality preferences.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79183" y="4584263"/>
            <a:ext cx="5149453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Top 3 Products per Category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79183" y="5010626"/>
            <a:ext cx="7952303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Category-level analysis revealed best-selling items and competitive positioning opportunities.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113" y="1446252"/>
            <a:ext cx="4078486" cy="61176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993" y="626864"/>
            <a:ext cx="7730014" cy="189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Shipping &amp; Subscription Analysis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6993" y="2790468"/>
            <a:ext cx="7730014" cy="1484114"/>
          </a:xfrm>
          <a:prstGeom prst="roundRect">
            <a:avLst>
              <a:gd name="adj" fmla="val 7394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4133" y="2790468"/>
            <a:ext cx="91440" cy="1484114"/>
          </a:xfrm>
          <a:prstGeom prst="roundRect">
            <a:avLst>
              <a:gd name="adj" fmla="val 92791"/>
            </a:avLst>
          </a:prstGeom>
          <a:solidFill>
            <a:srgbClr val="A9F00F"/>
          </a:solidFill>
          <a:ln/>
        </p:spPr>
      </p:sp>
      <p:sp>
        <p:nvSpPr>
          <p:cNvPr id="6" name="Text 3"/>
          <p:cNvSpPr/>
          <p:nvPr/>
        </p:nvSpPr>
        <p:spPr>
          <a:xfrm>
            <a:off x="1000363" y="3015258"/>
            <a:ext cx="541353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Shipping Type Comparison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00363" y="3438763"/>
            <a:ext cx="721185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Express shipping users showed higher purchase frequency and revenue contribution.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06993" y="4454485"/>
            <a:ext cx="7730014" cy="1484114"/>
          </a:xfrm>
          <a:prstGeom prst="roundRect">
            <a:avLst>
              <a:gd name="adj" fmla="val 7394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4133" y="4454485"/>
            <a:ext cx="91440" cy="1484114"/>
          </a:xfrm>
          <a:prstGeom prst="roundRect">
            <a:avLst>
              <a:gd name="adj" fmla="val 92791"/>
            </a:avLst>
          </a:prstGeom>
          <a:solidFill>
            <a:srgbClr val="A9F00F"/>
          </a:solidFill>
          <a:ln/>
        </p:spPr>
      </p:sp>
      <p:sp>
        <p:nvSpPr>
          <p:cNvPr id="10" name="Text 7"/>
          <p:cNvSpPr/>
          <p:nvPr/>
        </p:nvSpPr>
        <p:spPr>
          <a:xfrm>
            <a:off x="1000363" y="4679275"/>
            <a:ext cx="632757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Subscribers vs Non-Subscribers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00363" y="5102781"/>
            <a:ext cx="721185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Subscription status analysis revealed engagement levels and revenue differences between customer groups.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06993" y="6118503"/>
            <a:ext cx="7730014" cy="1484114"/>
          </a:xfrm>
          <a:prstGeom prst="roundRect">
            <a:avLst>
              <a:gd name="adj" fmla="val 7394"/>
            </a:avLst>
          </a:prstGeom>
          <a:solidFill>
            <a:srgbClr val="152025">
              <a:alpha val="95000"/>
            </a:srgbClr>
          </a:solidFill>
          <a:ln w="22860">
            <a:solidFill>
              <a:srgbClr val="6D912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4133" y="6118503"/>
            <a:ext cx="91440" cy="1484114"/>
          </a:xfrm>
          <a:prstGeom prst="roundRect">
            <a:avLst>
              <a:gd name="adj" fmla="val 92791"/>
            </a:avLst>
          </a:prstGeom>
          <a:solidFill>
            <a:srgbClr val="A9F00F"/>
          </a:solidFill>
          <a:ln/>
        </p:spPr>
      </p:sp>
      <p:sp>
        <p:nvSpPr>
          <p:cNvPr id="14" name="Text 11"/>
          <p:cNvSpPr/>
          <p:nvPr/>
        </p:nvSpPr>
        <p:spPr>
          <a:xfrm>
            <a:off x="1000363" y="6343293"/>
            <a:ext cx="6148030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Repeat Buyers &amp; Subscriptions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00363" y="6766798"/>
            <a:ext cx="721185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Repeat purchase patterns correlated with subscription status, identifying loyalty opportunities.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498"/>
            <a:ext cx="111598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386257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25%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1968579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654397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High-Value Segment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49914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Top revenue contributors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386257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35%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1968579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5654397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Mid-Value Segment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49914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Regular purchasers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386257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40%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1968579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7995" y="5654397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Entry-Level Segment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49914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New and occasional buyers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71171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Age group analysis revealed 25-35 and 35-45 demographics as highest revenue contributors.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4565" y="447913"/>
            <a:ext cx="8027670" cy="996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Strategic Recommendations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044565" y="1612821"/>
            <a:ext cx="8027670" cy="1458158"/>
          </a:xfrm>
          <a:prstGeom prst="roundRect">
            <a:avLst>
              <a:gd name="adj" fmla="val 4594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1610" y="1779865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A9F00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3174" y="1911429"/>
            <a:ext cx="215265" cy="2152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1610" y="2370296"/>
            <a:ext cx="3144798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Boost Subscriptions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211610" y="2686645"/>
            <a:ext cx="76935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Promote exclusive benefits for subscribers to increase retention.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044565" y="3183017"/>
            <a:ext cx="8027670" cy="1458158"/>
          </a:xfrm>
          <a:prstGeom prst="roundRect">
            <a:avLst>
              <a:gd name="adj" fmla="val 4594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211610" y="3350062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A9F00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3174" y="3481626"/>
            <a:ext cx="215265" cy="2152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1610" y="3940492"/>
            <a:ext cx="4432340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Customer Loyalty Programs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211610" y="4256842"/>
            <a:ext cx="76935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Reward repeat buyers to move them into the 'Loyal' segment.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044565" y="4753213"/>
            <a:ext cx="8027670" cy="1458158"/>
          </a:xfrm>
          <a:prstGeom prst="roundRect">
            <a:avLst>
              <a:gd name="adj" fmla="val 4594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11610" y="4920258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A9F00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3174" y="5051822"/>
            <a:ext cx="215265" cy="2152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1610" y="5510689"/>
            <a:ext cx="3684746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Review Discount Policy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211610" y="5827038"/>
            <a:ext cx="76935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Balance sales boosts with margin control across product categories.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044565" y="6323409"/>
            <a:ext cx="8027670" cy="1458158"/>
          </a:xfrm>
          <a:prstGeom prst="roundRect">
            <a:avLst>
              <a:gd name="adj" fmla="val 4594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211610" y="6490454"/>
            <a:ext cx="478393" cy="478393"/>
          </a:xfrm>
          <a:prstGeom prst="roundRect">
            <a:avLst>
              <a:gd name="adj" fmla="val 19112081"/>
            </a:avLst>
          </a:prstGeom>
          <a:solidFill>
            <a:srgbClr val="A9F00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43174" y="6622018"/>
            <a:ext cx="215265" cy="2152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11610" y="7080885"/>
            <a:ext cx="312527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Targeted Marketing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6211610" y="7397234"/>
            <a:ext cx="76935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Focus efforts on high-revenue age groups and express-shipping users.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2026-04-16T17:33:37Z</dcterms:created>
  <dcterms:modified xsi:type="dcterms:W3CDTF">2026-04-16T17:33:37Z</dcterms:modified>
</cp:coreProperties>
</file>